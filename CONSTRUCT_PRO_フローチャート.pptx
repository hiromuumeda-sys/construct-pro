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47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CONSTRUCT_PRO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システムフロー &amp; フローチャート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新規案件登録フロー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109728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5544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案件登録モーダル表示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3774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案件情報を入力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2004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「登録」ボタンをクリック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40233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3429000" y="4389120"/>
            <a:ext cx="2286000" cy="548640"/>
          </a:xfrm>
          <a:prstGeom prst="diamond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バリデーション</a:t>
            </a:r>
            <a:br/>
            <a:r>
              <a:t>OK?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86000" y="4663440"/>
            <a:ext cx="11430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14400" y="4754880"/>
            <a:ext cx="1828800" cy="365760"/>
          </a:xfrm>
          <a:prstGeom prst="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エラーメッセージ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5120640"/>
            <a:ext cx="0" cy="54864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5669280"/>
            <a:ext cx="274320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4937760"/>
            <a:ext cx="0" cy="73152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15000" y="4663440"/>
            <a:ext cx="11430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DB に INSERT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51206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0" y="548640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キャッシュ再取得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572000" y="5852160"/>
            <a:ext cx="25146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00400" y="6035040"/>
            <a:ext cx="27432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テーブル再描画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6400800"/>
            <a:ext cx="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29000" y="6309360"/>
            <a:ext cx="1371600" cy="45720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注文登録フロー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109728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5544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案件を選択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3774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注文管理画面を開く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2004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3429000" y="3566160"/>
            <a:ext cx="2286000" cy="548640"/>
          </a:xfrm>
          <a:prstGeom prst="diamond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キャッシュ</a:t>
            </a:r>
            <a:br/>
            <a:r>
              <a:t>準備?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4114800"/>
            <a:ext cx="11430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キャッシュ初期化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45720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4937760"/>
            <a:ext cx="27432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3840480"/>
            <a:ext cx="11430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3600" y="393192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工事区分・外注先</a:t>
            </a:r>
            <a:br/>
            <a:r>
              <a:t>金額を入力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600" y="43891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「登録」をクリック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572000" y="5120640"/>
            <a:ext cx="25146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00400" y="5120640"/>
            <a:ext cx="27432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テーブル再描画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54864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29000" y="5852160"/>
            <a:ext cx="1371600" cy="45720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請求書発行フロー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100584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4630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「請求書を発行」クリック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1945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URL から project_id 取得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9260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/api/invoice/project/:id</a:t>
            </a:r>
            <a:br/>
            <a:r>
              <a:t>呼び出し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3749039"/>
            <a:ext cx="0" cy="365761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案件・注文データを</a:t>
            </a:r>
            <a:br/>
            <a:r>
              <a:t>DB から取得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45720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00400" y="4937760"/>
            <a:ext cx="27432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PDFKit で PDF を生成</a:t>
            </a:r>
            <a:br/>
            <a:r>
              <a:t>（紫色ヘッダー）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53949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0" y="5760720"/>
            <a:ext cx="27432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ブラウザで PDF 表示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6126480"/>
            <a:ext cx="0" cy="27432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429000" y="6400800"/>
            <a:ext cx="1371600" cy="45720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グローバルキャッシュメカニズム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projects.html</a:t>
            </a:r>
            <a:br/>
            <a:r>
              <a:t>ロード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00200" y="14630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initializeGlobalCache()</a:t>
            </a:r>
            <a:br/>
            <a:r>
              <a:t>実行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0200" y="21945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256032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/api/cache</a:t>
            </a:r>
            <a:br/>
            <a:r>
              <a:t>全データ取得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0200" y="29260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3291840"/>
            <a:ext cx="2286000" cy="4572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window.appCache</a:t>
            </a:r>
            <a:br/>
            <a:r>
              <a:t>に保存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00200" y="3749039"/>
            <a:ext cx="0" cy="365761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他のページロード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44805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484632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window.appCache</a:t>
            </a:r>
            <a:br/>
            <a:r>
              <a:t>から読み込み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00200" y="53035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566928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テーブル描画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データ更新</a:t>
            </a:r>
            <a:br/>
            <a:r>
              <a:t>（POST/PUT/DELETE）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14630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0" y="182880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実行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3400" y="21945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256032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キャッシュ再取得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29260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00400" y="3291840"/>
            <a:ext cx="2286000" cy="4572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window.appCache</a:t>
            </a:r>
            <a:br/>
            <a:r>
              <a:t>更新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43400" y="3749039"/>
            <a:ext cx="0" cy="365761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00400" y="4114800"/>
            <a:ext cx="2286000" cy="36576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UI 再描画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286000"/>
            <a:ext cx="2743200" cy="3200400"/>
          </a:xfrm>
          <a:prstGeom prst="rect">
            <a:avLst/>
          </a:prstGeom>
          <a:solidFill>
            <a:srgbClr val="8B4789"/>
          </a:solidFill>
          <a:ln w="25400">
            <a:solidFill>
              <a:srgbClr val="8B4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window.appCache</a:t>
            </a:r>
            <a:br/>
            <a:r>
              <a:t>{</a:t>
            </a:r>
            <a:br/>
            <a:r>
              <a:t>  projects: [...]</a:t>
            </a:r>
            <a:br/>
            <a:r>
              <a:t>  vendors: [...]</a:t>
            </a:r>
            <a:br/>
            <a:r>
              <a:t>  categories: [...]</a:t>
            </a:r>
            <a:br/>
            <a:r>
              <a:t>  orders: [...]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全体データフロー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914400"/>
            <a:ext cx="18288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ユーザー操作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3716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solidFill>
            <a:srgbClr val="9C27B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window.appCache</a:t>
            </a:r>
            <a:br/>
            <a:r>
              <a:t>（グローバル）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2860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651760"/>
            <a:ext cx="2743200" cy="54864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Express Server</a:t>
            </a:r>
            <a:br/>
            <a:r>
              <a:t>(Node.js)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2004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6000" y="3566160"/>
            <a:ext cx="45720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POST/PUT/DELETE /api/projects/vendors/categories/orders | GET /api/cache | GET /api/invoice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41148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0" y="4480560"/>
            <a:ext cx="2743200" cy="548640"/>
          </a:xfrm>
          <a:prstGeom prst="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SQLite Database</a:t>
            </a:r>
            <a:br/>
            <a:r>
              <a:t>(better-sqlite3)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50292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371600" y="5394960"/>
            <a:ext cx="1371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3338"/>
                </a:solidFill>
              </a:defRPr>
            </a:pPr>
            <a:r>
              <a:t>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5394960"/>
            <a:ext cx="1371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3338"/>
                </a:solidFill>
              </a:defRPr>
            </a:pPr>
            <a: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5394960"/>
            <a:ext cx="1371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3338"/>
                </a:solidFill>
              </a:defRPr>
            </a:pPr>
            <a:r>
              <a:t>vendors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5394960"/>
            <a:ext cx="13716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3338"/>
                </a:solidFill>
              </a:defRPr>
            </a:pPr>
            <a:r>
              <a:t>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API エンドポイント &amp; キャッシュ戦略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■ マスタ管理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GET /api/projects → 全案件取得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POST /api/projects → 案件新規登録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PUT /api/projects/:id → 案件更新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DELETE /api/projects/:id → 案件削除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■ 注文・請求書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GET /api/orders → 全注文取得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POST /api/orders → 注文新規登録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GET /api/invoice/project/:id → 請求書PDF生成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■ キャッシュ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GET /api/cache → 全マスタデータ一括取得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13338"/>
                </a:solidFill>
              </a:defRPr>
            </a:pPr>
            <a:r>
              <a:t>返却: { projects, vendors, categories, orders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5760720" y="4114800"/>
            <a:ext cx="1188720" cy="22860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4114800"/>
            <a:ext cx="1188720" cy="22860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4114800"/>
            <a:ext cx="1188720" cy="22860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4114800"/>
            <a:ext cx="1188720" cy="22860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39" y="4114800"/>
            <a:ext cx="1188720" cy="22860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請求書PDF のレイアウト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8B478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CONSTRUCT_PRO  請 求 書  2026年06月18日発行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8B4789"/>
                </a:solidFill>
              </a:defRPr>
            </a:pPr>
            <a:r>
              <a:t>【ご請求先】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京都工務店 営業部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電話: 075-123-4567 | メール: contact@kyoto-koumuten.jp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住所: 京都府京都市中京区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8B4789"/>
                </a:solidFill>
              </a:defRPr>
            </a:pPr>
            <a:r>
              <a:t>【案件名】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京都御所南マンション改修工事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8B4789"/>
                </a:solidFill>
              </a:defRPr>
            </a:pPr>
            <a:r>
              <a:t>【注文詳細】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工事区分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160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外注先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60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見積額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60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予定金額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41605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決定金額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塗装工事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805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A会社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4805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¥2,000k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805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¥1,950k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448055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¥1,800k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電気工事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7548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B会社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7548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¥1,500k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7548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¥1,400k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475487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¥1,200k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19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設備工事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02919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C会社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02919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¥1,200k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02919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¥1,150k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59" y="502919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13338"/>
                </a:solidFill>
              </a:defRPr>
            </a:pPr>
            <a:r>
              <a:t>¥1,000k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48639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3338"/>
                </a:solidFill>
              </a:defRPr>
            </a:pPr>
            <a:r>
              <a:t>小計: ¥4,000,000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76071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13338"/>
                </a:solidFill>
              </a:defRPr>
            </a:pPr>
            <a:r>
              <a:t>消費税（10%）: ¥400,000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603503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4789"/>
                </a:solidFill>
              </a:defRPr>
            </a:pPr>
            <a:r>
              <a:t>合計: ¥4,400,000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CONSTRUCT_PRO 業務フロー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マスタ設定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2286000"/>
            <a:ext cx="1371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案件登録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2286000"/>
            <a:ext cx="1371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注文登録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286000"/>
            <a:ext cx="1371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請求書発行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286000"/>
            <a:ext cx="1371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メール送信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13338"/>
                </a:solidFill>
              </a:defRPr>
            </a:pPr>
            <a:r>
              <a:t>案件、工事区分、外注先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13338"/>
                </a:solidFill>
              </a:defRPr>
            </a:pPr>
            <a:r>
              <a:t>工事案件の基本情報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13338"/>
                </a:solidFill>
              </a:defRPr>
            </a:pPr>
            <a:r>
              <a:t>工事の注文を登録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13338"/>
                </a:solidFill>
              </a:defRPr>
            </a:pPr>
            <a:r>
              <a:t>発注元に請求書を生成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840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13338"/>
                </a:solidFill>
              </a:defRPr>
            </a:pPr>
            <a:r>
              <a:t>PDF をメール送信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